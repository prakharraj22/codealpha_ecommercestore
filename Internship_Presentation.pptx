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1F5F9"/>
                </a:solidFill>
              </a:defRPr>
            </a:pPr>
            <a:r>
              <a:t>Internship Presentation</a:t>
            </a:r>
          </a:p>
          <a:p>
            <a:pPr algn="ctr">
              <a:defRPr sz="2400">
                <a:solidFill>
                  <a:srgbClr val="38BDF8"/>
                </a:solidFill>
              </a:defRPr>
            </a:pPr>
            <a:r>
              <a:t>[Your Name]</a:t>
            </a:r>
            <a:br/>
            <a:r>
              <a:t>[Internship Role/Domain]</a:t>
            </a:r>
            <a:br/>
            <a:r>
              <a:t>[Company Name]</a:t>
            </a:r>
            <a:br/>
            <a:r>
              <a:t>[Start Month – End Month, Year]</a:t>
            </a:r>
          </a:p>
          <a:p>
            <a:pPr algn="ctr">
              <a:defRPr sz="1800">
                <a:solidFill>
                  <a:srgbClr val="F1F5F9"/>
                </a:solidFill>
              </a:defRPr>
            </a:pPr>
            <a:r>
              <a:t>Full-Stack E-Commerce Platform &amp; Real-Time Collaborative Workspace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1F5F9"/>
                </a:solidFill>
              </a:defRPr>
            </a:pPr>
            <a:r>
              <a:t>About Company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[FILL IN: Company Name]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[FILL IN: Industry/Domain]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[FILL IN: Company Size]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[FILL IN: What the company does]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[FILL IN: Team/Department I worked in]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[Your Name] | [Internship Title]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1F5F9"/>
                </a:solidFill>
              </a:defRPr>
            </a:pPr>
            <a:r>
              <a:t>Internship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Learn and apply full-stack web development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Build complete end-to-end applications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Implement secure database design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Deliver E-Commerce &amp; Project Management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[Your Name] | [Internship Title]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60960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38BDF8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38BDF8"/>
                          </a:solidFill>
                        </a:defRPr>
                      </a:pPr>
                      <a:r>
                        <a:t>Technologies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F1F5F9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F1F5F9"/>
                          </a:solidFill>
                        </a:defRPr>
                      </a:pPr>
                      <a:r>
                        <a:t>HTML5, CSS3, JavaScript ES6, React 18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F1F5F9"/>
                          </a:solidFill>
                        </a:defRPr>
                      </a:pPr>
                      <a:r>
                        <a:t>Backend/Logic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F1F5F9"/>
                          </a:solidFill>
                        </a:defRPr>
                      </a:pPr>
                      <a:r>
                        <a:t>Node.js, Express.js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F1F5F9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F1F5F9"/>
                          </a:solidFill>
                        </a:defRPr>
                      </a:pPr>
                      <a:r>
                        <a:t>MongoDB Atlas, JSON Datastore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F1F5F9"/>
                          </a:solidFill>
                        </a:defRPr>
                      </a:pPr>
                      <a:r>
                        <a:t>Real-time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F1F5F9"/>
                          </a:solidFill>
                        </a:defRPr>
                      </a:pPr>
                      <a:r>
                        <a:t>Socket.IO, WebSockets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F1F5F9"/>
                          </a:solidFill>
                        </a:defRPr>
                      </a:pPr>
                      <a:r>
                        <a:t>Tools/Platforms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F1F5F9"/>
                          </a:solidFill>
                        </a:defRPr>
                      </a:pPr>
                      <a:r>
                        <a:t>Vite, Git, GitHub, Docker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[Your Name] | [Internship Title]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1F5F9"/>
                </a:solidFill>
              </a:defRPr>
            </a:pPr>
            <a:r>
              <a:t>Key Learnings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Structuring scalable full-stack applications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Building responsive glassmorphism UIs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Implementing secure JWT authentication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Real-time WebSocket synchronization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Using Git effectively for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[Your Name] | [Internship Title]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1F5F9"/>
                </a:solidFill>
              </a:defRPr>
            </a:pPr>
            <a:r>
              <a:t>Challenges Faced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Resolving environment setup issues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Structuring robust project architecture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Validating cart prices securely server-side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Managing real-time Socket.IO room states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Cross-browser UI consistency for glassmorphism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[Your Name] | [Internship Title]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1F5F9"/>
                </a:solidFill>
              </a:defRPr>
            </a:pPr>
            <a:r>
              <a:t>Results and 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Delivered AroraCart E-Commerce Platform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Delivered TaskPulse Real-Time Workspace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Implemented robust authentication &amp; cart logic</a:t>
            </a:r>
          </a:p>
          <a:p>
            <a:pPr>
              <a:spcAft>
                <a:spcPts val="1400"/>
              </a:spcAft>
              <a:defRPr sz="2400">
                <a:solidFill>
                  <a:srgbClr val="F1F5F9"/>
                </a:solidFill>
              </a:defRPr>
            </a:pPr>
            <a:r>
              <a:t>• Significantly improved full-stack dev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[Your Name] | [Internship Title]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Completion Certificate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828800"/>
            <a:ext cx="5486400" cy="3657600"/>
          </a:xfrm>
          <a:prstGeom prst="rect">
            <a:avLst/>
          </a:prstGeom>
          <a:solidFill>
            <a:srgbClr val="334155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1F5F9"/>
                </a:solidFill>
              </a:defRPr>
            </a:pPr>
            <a:r>
              <a:t>[INSERT CERTIFICATE IMAGE HERE]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1F5F9"/>
                </a:solidFill>
              </a:defRPr>
            </a:pPr>
            <a:r>
              <a:t>Certificate of Completion — [Company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[Your Name] | [Internship Title]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000" b="1">
                <a:solidFill>
                  <a:srgbClr val="F1F5F9"/>
                </a:solidFill>
              </a:defRPr>
            </a:pPr>
            <a:r>
              <a:t>Thank You</a:t>
            </a:r>
          </a:p>
          <a:p>
            <a:pPr algn="ctr">
              <a:defRPr sz="2400">
                <a:solidFill>
                  <a:srgbClr val="38BDF8"/>
                </a:solidFill>
              </a:defRPr>
            </a:pPr>
            <a:r>
              <a:t>[Your Name] | [Contact Info: Email/LinkedIn/GitHub]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